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pen Sans Bold" panose="020B0604020202020204" charset="0"/>
      <p:regular r:id="rId9"/>
    </p:embeddedFont>
    <p:embeddedFont>
      <p:font typeface="Poppins Bold" panose="020B0604020202020204" charset="-18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D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7714211" y="-342750"/>
            <a:ext cx="2859578" cy="18288000"/>
          </a:xfrm>
          <a:custGeom>
            <a:avLst/>
            <a:gdLst/>
            <a:ahLst/>
            <a:cxnLst/>
            <a:rect l="l" t="t" r="r" b="b"/>
            <a:pathLst>
              <a:path w="2859578" h="18288000">
                <a:moveTo>
                  <a:pt x="0" y="0"/>
                </a:moveTo>
                <a:lnTo>
                  <a:pt x="2859578" y="0"/>
                </a:lnTo>
                <a:lnTo>
                  <a:pt x="285957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Freeform 3"/>
          <p:cNvSpPr/>
          <p:nvPr/>
        </p:nvSpPr>
        <p:spPr>
          <a:xfrm>
            <a:off x="16266729" y="2249153"/>
            <a:ext cx="3334026" cy="5150883"/>
          </a:xfrm>
          <a:custGeom>
            <a:avLst/>
            <a:gdLst/>
            <a:ahLst/>
            <a:cxnLst/>
            <a:rect l="l" t="t" r="r" b="b"/>
            <a:pathLst>
              <a:path w="3334026" h="5150883">
                <a:moveTo>
                  <a:pt x="0" y="0"/>
                </a:moveTo>
                <a:lnTo>
                  <a:pt x="3334026" y="0"/>
                </a:lnTo>
                <a:lnTo>
                  <a:pt x="3334026" y="5150883"/>
                </a:lnTo>
                <a:lnTo>
                  <a:pt x="0" y="5150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Freeform 4"/>
          <p:cNvSpPr/>
          <p:nvPr/>
        </p:nvSpPr>
        <p:spPr>
          <a:xfrm>
            <a:off x="11425989" y="1028700"/>
            <a:ext cx="3730503" cy="2143344"/>
          </a:xfrm>
          <a:custGeom>
            <a:avLst/>
            <a:gdLst/>
            <a:ahLst/>
            <a:cxnLst/>
            <a:rect l="l" t="t" r="r" b="b"/>
            <a:pathLst>
              <a:path w="3730503" h="2143344">
                <a:moveTo>
                  <a:pt x="0" y="0"/>
                </a:moveTo>
                <a:lnTo>
                  <a:pt x="3730503" y="0"/>
                </a:lnTo>
                <a:lnTo>
                  <a:pt x="3730503" y="2143344"/>
                </a:lnTo>
                <a:lnTo>
                  <a:pt x="0" y="214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6002628" y="3809884"/>
            <a:ext cx="5423361" cy="3115968"/>
          </a:xfrm>
          <a:custGeom>
            <a:avLst/>
            <a:gdLst/>
            <a:ahLst/>
            <a:cxnLst/>
            <a:rect l="l" t="t" r="r" b="b"/>
            <a:pathLst>
              <a:path w="5423361" h="3115968">
                <a:moveTo>
                  <a:pt x="0" y="0"/>
                </a:moveTo>
                <a:lnTo>
                  <a:pt x="5423361" y="0"/>
                </a:lnTo>
                <a:lnTo>
                  <a:pt x="5423361" y="3115968"/>
                </a:lnTo>
                <a:lnTo>
                  <a:pt x="0" y="3115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-1461512" y="1492633"/>
            <a:ext cx="2923024" cy="1679410"/>
          </a:xfrm>
          <a:custGeom>
            <a:avLst/>
            <a:gdLst/>
            <a:ahLst/>
            <a:cxnLst/>
            <a:rect l="l" t="t" r="r" b="b"/>
            <a:pathLst>
              <a:path w="2923024" h="1679410">
                <a:moveTo>
                  <a:pt x="0" y="0"/>
                </a:moveTo>
                <a:lnTo>
                  <a:pt x="2923024" y="0"/>
                </a:lnTo>
                <a:lnTo>
                  <a:pt x="2923024" y="1679411"/>
                </a:lnTo>
                <a:lnTo>
                  <a:pt x="0" y="1679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1028700" y="5143500"/>
            <a:ext cx="5519068" cy="2318009"/>
          </a:xfrm>
          <a:custGeom>
            <a:avLst/>
            <a:gdLst/>
            <a:ahLst/>
            <a:cxnLst/>
            <a:rect l="l" t="t" r="r" b="b"/>
            <a:pathLst>
              <a:path w="5519068" h="2318009">
                <a:moveTo>
                  <a:pt x="0" y="0"/>
                </a:moveTo>
                <a:lnTo>
                  <a:pt x="5519068" y="0"/>
                </a:lnTo>
                <a:lnTo>
                  <a:pt x="5519068" y="2318009"/>
                </a:lnTo>
                <a:lnTo>
                  <a:pt x="0" y="2318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11102623" y="4824594"/>
            <a:ext cx="5188618" cy="2575441"/>
          </a:xfrm>
          <a:custGeom>
            <a:avLst/>
            <a:gdLst/>
            <a:ahLst/>
            <a:cxnLst/>
            <a:rect l="l" t="t" r="r" b="b"/>
            <a:pathLst>
              <a:path w="5188618" h="2575441">
                <a:moveTo>
                  <a:pt x="0" y="0"/>
                </a:moveTo>
                <a:lnTo>
                  <a:pt x="5188618" y="0"/>
                </a:lnTo>
                <a:lnTo>
                  <a:pt x="5188618" y="2575442"/>
                </a:lnTo>
                <a:lnTo>
                  <a:pt x="0" y="257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5284199" y="2648400"/>
            <a:ext cx="7818577" cy="210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785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INTELIGENTNÉ PARKOVISKO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76297" y="5301193"/>
            <a:ext cx="453540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DATADRACI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10350" y="1607032"/>
            <a:ext cx="5297126" cy="7487105"/>
          </a:xfrm>
          <a:custGeom>
            <a:avLst/>
            <a:gdLst/>
            <a:ahLst/>
            <a:cxnLst/>
            <a:rect l="l" t="t" r="r" b="b"/>
            <a:pathLst>
              <a:path w="5297126" h="7487105">
                <a:moveTo>
                  <a:pt x="0" y="0"/>
                </a:moveTo>
                <a:lnTo>
                  <a:pt x="5297127" y="0"/>
                </a:lnTo>
                <a:lnTo>
                  <a:pt x="5297127" y="7487105"/>
                </a:lnTo>
                <a:lnTo>
                  <a:pt x="0" y="7487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90516" y="4460662"/>
            <a:ext cx="10617275" cy="1394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Máš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problém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nájsť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sk-SK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voľné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parkovisku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Chceš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ísť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do </a:t>
            </a:r>
            <a:r>
              <a:rPr lang="sk-SK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mesta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ale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nie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sk-SK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sú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voľné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miest</a:t>
            </a:r>
            <a:r>
              <a:rPr lang="sk-SK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a pri námestí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690" b="1" dirty="0" err="1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Chceš</a:t>
            </a:r>
            <a:r>
              <a:rPr lang="en-US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sk-SK" sz="2690" b="1" dirty="0">
                <a:solidFill>
                  <a:srgbClr val="52769D"/>
                </a:solidFill>
                <a:latin typeface="Poppins Bold"/>
                <a:ea typeface="Poppins Bold"/>
                <a:cs typeface="Poppins Bold"/>
                <a:sym typeface="Poppins Bold"/>
              </a:rPr>
              <a:t>si overiť, či na  najbližšom parkovisku je voľné miesto?</a:t>
            </a:r>
            <a:endParaRPr lang="en-US" sz="2690" b="1" dirty="0">
              <a:solidFill>
                <a:srgbClr val="52769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54686" y="5889831"/>
            <a:ext cx="3861642" cy="3405266"/>
          </a:xfrm>
          <a:custGeom>
            <a:avLst/>
            <a:gdLst/>
            <a:ahLst/>
            <a:cxnLst/>
            <a:rect l="l" t="t" r="r" b="b"/>
            <a:pathLst>
              <a:path w="3861642" h="3405266">
                <a:moveTo>
                  <a:pt x="0" y="0"/>
                </a:moveTo>
                <a:lnTo>
                  <a:pt x="3861642" y="0"/>
                </a:lnTo>
                <a:lnTo>
                  <a:pt x="3861642" y="3405266"/>
                </a:lnTo>
                <a:lnTo>
                  <a:pt x="0" y="340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1168365" y="933450"/>
            <a:ext cx="2636758" cy="88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9"/>
              </a:lnSpc>
            </a:pPr>
            <a:r>
              <a:rPr lang="en-US" sz="5214" b="1" dirty="0" err="1">
                <a:solidFill>
                  <a:srgbClr val="52769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Výhody</a:t>
            </a:r>
            <a:r>
              <a:rPr lang="en-US" sz="5214" b="1" dirty="0">
                <a:solidFill>
                  <a:srgbClr val="52769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8343" y="2278470"/>
            <a:ext cx="14024843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sk-SK" sz="40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Môžem si na diaľku pozrieť, či na parkovisku je voľné miesto.</a:t>
            </a:r>
          </a:p>
          <a:p>
            <a:pPr marL="742950" indent="-742950">
              <a:buAutoNum type="arabicPeriod"/>
            </a:pPr>
            <a:r>
              <a:rPr lang="sk-SK" sz="40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Mám istotu, že parkovacie miesto je voľné.</a:t>
            </a:r>
          </a:p>
          <a:p>
            <a:pPr marL="514350" indent="-514350">
              <a:buFont typeface="+mj-lt"/>
              <a:buAutoNum type="arabicPeriod"/>
            </a:pPr>
            <a:r>
              <a:rPr lang="sk-SK" sz="40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  Vynikajúce parkovisko pre firmy s obmedzeným počtom parkovacích miest.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8783" y="1615778"/>
            <a:ext cx="6493213" cy="3527722"/>
          </a:xfrm>
          <a:custGeom>
            <a:avLst/>
            <a:gdLst/>
            <a:ahLst/>
            <a:cxnLst/>
            <a:rect l="l" t="t" r="r" b="b"/>
            <a:pathLst>
              <a:path w="6493213" h="3527722">
                <a:moveTo>
                  <a:pt x="0" y="0"/>
                </a:moveTo>
                <a:lnTo>
                  <a:pt x="6493212" y="0"/>
                </a:lnTo>
                <a:lnTo>
                  <a:pt x="6493212" y="3527722"/>
                </a:lnTo>
                <a:lnTo>
                  <a:pt x="0" y="352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Freeform 3"/>
          <p:cNvSpPr/>
          <p:nvPr/>
        </p:nvSpPr>
        <p:spPr>
          <a:xfrm>
            <a:off x="2018783" y="5711080"/>
            <a:ext cx="6496113" cy="3547220"/>
          </a:xfrm>
          <a:custGeom>
            <a:avLst/>
            <a:gdLst/>
            <a:ahLst/>
            <a:cxnLst/>
            <a:rect l="l" t="t" r="r" b="b"/>
            <a:pathLst>
              <a:path w="6496113" h="3547220">
                <a:moveTo>
                  <a:pt x="0" y="0"/>
                </a:moveTo>
                <a:lnTo>
                  <a:pt x="6496113" y="0"/>
                </a:lnTo>
                <a:lnTo>
                  <a:pt x="6496113" y="3547220"/>
                </a:lnTo>
                <a:lnTo>
                  <a:pt x="0" y="3547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Freeform 4"/>
          <p:cNvSpPr/>
          <p:nvPr/>
        </p:nvSpPr>
        <p:spPr>
          <a:xfrm>
            <a:off x="9376196" y="1369883"/>
            <a:ext cx="7416700" cy="3773617"/>
          </a:xfrm>
          <a:custGeom>
            <a:avLst/>
            <a:gdLst/>
            <a:ahLst/>
            <a:cxnLst/>
            <a:rect l="l" t="t" r="r" b="b"/>
            <a:pathLst>
              <a:path w="7416700" h="3773617">
                <a:moveTo>
                  <a:pt x="0" y="0"/>
                </a:moveTo>
                <a:lnTo>
                  <a:pt x="7416701" y="0"/>
                </a:lnTo>
                <a:lnTo>
                  <a:pt x="7416701" y="3773617"/>
                </a:lnTo>
                <a:lnTo>
                  <a:pt x="0" y="3773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8917348" y="3906432"/>
            <a:ext cx="3925556" cy="3925556"/>
          </a:xfrm>
          <a:custGeom>
            <a:avLst/>
            <a:gdLst/>
            <a:ahLst/>
            <a:cxnLst/>
            <a:rect l="l" t="t" r="r" b="b"/>
            <a:pathLst>
              <a:path w="3925556" h="3925556">
                <a:moveTo>
                  <a:pt x="0" y="0"/>
                </a:moveTo>
                <a:lnTo>
                  <a:pt x="3925556" y="0"/>
                </a:lnTo>
                <a:lnTo>
                  <a:pt x="3925556" y="3925556"/>
                </a:lnTo>
                <a:lnTo>
                  <a:pt x="0" y="3925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11273295" y="7243534"/>
            <a:ext cx="5713446" cy="2852624"/>
          </a:xfrm>
          <a:custGeom>
            <a:avLst/>
            <a:gdLst/>
            <a:ahLst/>
            <a:cxnLst/>
            <a:rect l="l" t="t" r="r" b="b"/>
            <a:pathLst>
              <a:path w="5713446" h="2852624">
                <a:moveTo>
                  <a:pt x="0" y="0"/>
                </a:moveTo>
                <a:lnTo>
                  <a:pt x="5713446" y="0"/>
                </a:lnTo>
                <a:lnTo>
                  <a:pt x="5713446" y="2852624"/>
                </a:lnTo>
                <a:lnTo>
                  <a:pt x="0" y="285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6961" y="882308"/>
            <a:ext cx="5629217" cy="4810959"/>
          </a:xfrm>
          <a:custGeom>
            <a:avLst/>
            <a:gdLst/>
            <a:ahLst/>
            <a:cxnLst/>
            <a:rect l="l" t="t" r="r" b="b"/>
            <a:pathLst>
              <a:path w="5629217" h="4810959">
                <a:moveTo>
                  <a:pt x="0" y="0"/>
                </a:moveTo>
                <a:lnTo>
                  <a:pt x="5629217" y="0"/>
                </a:lnTo>
                <a:lnTo>
                  <a:pt x="5629217" y="4810959"/>
                </a:lnTo>
                <a:lnTo>
                  <a:pt x="0" y="481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Freeform 3"/>
          <p:cNvSpPr/>
          <p:nvPr/>
        </p:nvSpPr>
        <p:spPr>
          <a:xfrm>
            <a:off x="9717218" y="882308"/>
            <a:ext cx="7221337" cy="4658927"/>
          </a:xfrm>
          <a:custGeom>
            <a:avLst/>
            <a:gdLst/>
            <a:ahLst/>
            <a:cxnLst/>
            <a:rect l="l" t="t" r="r" b="b"/>
            <a:pathLst>
              <a:path w="7221337" h="4658927">
                <a:moveTo>
                  <a:pt x="0" y="0"/>
                </a:moveTo>
                <a:lnTo>
                  <a:pt x="7221337" y="0"/>
                </a:lnTo>
                <a:lnTo>
                  <a:pt x="7221337" y="4658927"/>
                </a:lnTo>
                <a:lnTo>
                  <a:pt x="0" y="4658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Freeform 4"/>
          <p:cNvSpPr/>
          <p:nvPr/>
        </p:nvSpPr>
        <p:spPr>
          <a:xfrm>
            <a:off x="2821124" y="3627482"/>
            <a:ext cx="4275054" cy="6356958"/>
          </a:xfrm>
          <a:custGeom>
            <a:avLst/>
            <a:gdLst/>
            <a:ahLst/>
            <a:cxnLst/>
            <a:rect l="l" t="t" r="r" b="b"/>
            <a:pathLst>
              <a:path w="4275054" h="6356958">
                <a:moveTo>
                  <a:pt x="0" y="0"/>
                </a:moveTo>
                <a:lnTo>
                  <a:pt x="4275054" y="0"/>
                </a:lnTo>
                <a:lnTo>
                  <a:pt x="427505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7096178" y="3627482"/>
            <a:ext cx="3941314" cy="6356958"/>
          </a:xfrm>
          <a:custGeom>
            <a:avLst/>
            <a:gdLst/>
            <a:ahLst/>
            <a:cxnLst/>
            <a:rect l="l" t="t" r="r" b="b"/>
            <a:pathLst>
              <a:path w="3941314" h="6356958">
                <a:moveTo>
                  <a:pt x="0" y="0"/>
                </a:moveTo>
                <a:lnTo>
                  <a:pt x="3941314" y="0"/>
                </a:lnTo>
                <a:lnTo>
                  <a:pt x="394131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2014" y="1320124"/>
            <a:ext cx="4509849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52769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Možné vylepšenia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52769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62014" y="3130405"/>
            <a:ext cx="15763973" cy="560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sk-SK" sz="2800" b="1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Rezervácia na časový interval: </a:t>
            </a:r>
            <a: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Používateľ si môže dopredu zarezervovať miesto od 14:00 – 16:00 a má isté parkovacie miesto.</a:t>
            </a:r>
          </a:p>
          <a:p>
            <a:endParaRPr lang="sk-SK" sz="2800" b="1" dirty="0">
              <a:solidFill>
                <a:schemeClr val="accent1">
                  <a:lumMod val="75000"/>
                </a:schemeClr>
              </a:solidFill>
              <a:latin typeface="Poppins Bold" panose="020B0604020202020204" charset="-18"/>
              <a:cs typeface="Poppins Bold" panose="020B0604020202020204" charset="-1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sk-SK" sz="2800" b="1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Mapa voľných miest v reálnom čase</a:t>
            </a:r>
            <a: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: Používateľ by videl, ktoré miesta sú voľné/obsadené, a mohol by si vybrať konkrétne miesto.</a:t>
            </a:r>
          </a:p>
          <a:p>
            <a:endParaRPr lang="sk-SK" sz="2800" dirty="0">
              <a:solidFill>
                <a:schemeClr val="accent1">
                  <a:lumMod val="75000"/>
                </a:schemeClr>
              </a:solidFill>
              <a:latin typeface="Poppins Bold" panose="020B0604020202020204" charset="-18"/>
              <a:cs typeface="Poppins Bold" panose="020B0604020202020204" charset="-1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sk-SK" sz="2800" b="1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Automatické prideľovanie najlepšieho miesta</a:t>
            </a:r>
            <a:b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</a:br>
            <a: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Systém by podľa preferencií pridelil miesto (najbližšie ku vchodu, pre ZŤP, nabíjacie miesto).</a:t>
            </a:r>
          </a:p>
          <a:p>
            <a:endParaRPr lang="sk-SK" sz="2800" dirty="0">
              <a:solidFill>
                <a:schemeClr val="accent1">
                  <a:lumMod val="75000"/>
                </a:schemeClr>
              </a:solidFill>
              <a:latin typeface="Poppins Bold" panose="020B0604020202020204" charset="-18"/>
              <a:cs typeface="Poppins Bold" panose="020B0604020202020204" charset="-1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sk-SK" sz="2800" b="1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Automatické rozpoznávanie ŠPZ</a:t>
            </a:r>
            <a:b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</a:br>
            <a:r>
              <a:rPr lang="sk-SK" sz="2800" dirty="0">
                <a:solidFill>
                  <a:schemeClr val="accent1">
                    <a:lumMod val="7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Namiesto QR/PIN by kamera pri rampe rozpoznala EČV auta a rampa by sa otvorila sama. </a:t>
            </a:r>
            <a:endParaRPr lang="en-US" sz="2558" b="1" dirty="0">
              <a:solidFill>
                <a:srgbClr val="52769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23041" y="3775076"/>
            <a:ext cx="1344191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52769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ĎAKUJEME ZA POZORNOSŤ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165</Words>
  <Application>Microsoft Office PowerPoint</Application>
  <PresentationFormat>Vlastná</PresentationFormat>
  <Paragraphs>18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Arial</vt:lpstr>
      <vt:lpstr>Open Sans Bold</vt:lpstr>
      <vt:lpstr>Wingdings</vt:lpstr>
      <vt:lpstr>Calibri</vt:lpstr>
      <vt:lpstr>Poppins Bold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Inteligentné parkovisko</dc:title>
  <cp:lastModifiedBy>Lacher Lukas (InTv_25)</cp:lastModifiedBy>
  <cp:revision>2</cp:revision>
  <dcterms:created xsi:type="dcterms:W3CDTF">2006-08-16T00:00:00Z</dcterms:created>
  <dcterms:modified xsi:type="dcterms:W3CDTF">2026-05-04T07:29:53Z</dcterms:modified>
  <dc:identifier>DAHIpb6PkCo</dc:identifier>
</cp:coreProperties>
</file>